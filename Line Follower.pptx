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9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93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257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14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52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18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013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89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827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485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832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950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C2274-8A33-4762-A2AF-BF09345BE7DD}" type="datetimeFigureOut">
              <a:rPr lang="en-GB" smtClean="0"/>
              <a:t>16/12/2025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03786-FFE7-41B1-ACD7-E0E9319558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5574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6300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400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6260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12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489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4000" r="-1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60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1736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1000" r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79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7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342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8000" r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5743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9000" r="-1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103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1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030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7000" r="-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98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99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767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01625"/>
            <a:ext cx="10639425" cy="2720975"/>
          </a:xfrm>
        </p:spPr>
        <p:txBody>
          <a:bodyPr>
            <a:normAutofit/>
          </a:bodyPr>
          <a:lstStyle/>
          <a:p>
            <a:pPr algn="ctr"/>
            <a:r>
              <a:rPr lang="en-US" sz="8800" b="1" i="1" dirty="0" smtClean="0">
                <a:solidFill>
                  <a:schemeClr val="bg1"/>
                </a:solidFill>
              </a:rPr>
              <a:t>Thank You</a:t>
            </a:r>
            <a:endParaRPr lang="en-GB" sz="8800" b="1" i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3446463"/>
          </a:xfrm>
        </p:spPr>
        <p:txBody>
          <a:bodyPr>
            <a:normAutofit fontScale="85000" lnSpcReduction="10000"/>
          </a:bodyPr>
          <a:lstStyle/>
          <a:p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By: John </a:t>
            </a:r>
            <a:r>
              <a:rPr lang="en-US" b="1" i="1" dirty="0" err="1" smtClean="0">
                <a:solidFill>
                  <a:schemeClr val="bg1"/>
                </a:solidFill>
                <a:latin typeface="Tmes new roman"/>
              </a:rPr>
              <a:t>Botros</a:t>
            </a:r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                                                                    922230020</a:t>
            </a:r>
          </a:p>
          <a:p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     Omar Mohamed </a:t>
            </a:r>
            <a:r>
              <a:rPr lang="en-US" b="1" i="1" dirty="0" err="1" smtClean="0">
                <a:solidFill>
                  <a:schemeClr val="bg1"/>
                </a:solidFill>
                <a:latin typeface="Tmes new roman"/>
              </a:rPr>
              <a:t>Abd</a:t>
            </a:r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El Salam                                        922230067</a:t>
            </a:r>
          </a:p>
          <a:p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     Amr Sherif                                                                         922230070 </a:t>
            </a:r>
          </a:p>
          <a:p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    Mark </a:t>
            </a:r>
            <a:r>
              <a:rPr lang="en-US" b="1" i="1" dirty="0" err="1" smtClean="0">
                <a:solidFill>
                  <a:schemeClr val="bg1"/>
                </a:solidFill>
                <a:latin typeface="Tmes new roman"/>
              </a:rPr>
              <a:t>Emad</a:t>
            </a:r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                                                                        922230075</a:t>
            </a:r>
          </a:p>
          <a:p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    Mohamed </a:t>
            </a:r>
            <a:r>
              <a:rPr lang="en-US" b="1" i="1" dirty="0" err="1" smtClean="0">
                <a:solidFill>
                  <a:schemeClr val="bg1"/>
                </a:solidFill>
                <a:latin typeface="Tmes new roman"/>
              </a:rPr>
              <a:t>Magdy</a:t>
            </a:r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Ahmed                                                  922230090</a:t>
            </a:r>
          </a:p>
          <a:p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    Mohamed Yasser                                                               922230095</a:t>
            </a:r>
          </a:p>
          <a:p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    </a:t>
            </a:r>
            <a:r>
              <a:rPr lang="en-US" b="1" i="1" dirty="0" err="1" smtClean="0">
                <a:solidFill>
                  <a:schemeClr val="bg1"/>
                </a:solidFill>
                <a:latin typeface="Tmes new roman"/>
              </a:rPr>
              <a:t>Abdelrahman</a:t>
            </a:r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Mohamed Saleh                                         922230057</a:t>
            </a:r>
          </a:p>
          <a:p>
            <a:pPr marL="0" indent="0" algn="ctr">
              <a:buNone/>
            </a:pPr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To: Dr. </a:t>
            </a:r>
            <a:r>
              <a:rPr lang="en-US" b="1" i="1" dirty="0" err="1" smtClean="0">
                <a:solidFill>
                  <a:schemeClr val="bg1"/>
                </a:solidFill>
                <a:latin typeface="Tmes new roman"/>
              </a:rPr>
              <a:t>Aya</a:t>
            </a:r>
            <a:r>
              <a:rPr lang="en-US" b="1" i="1" dirty="0" smtClean="0">
                <a:solidFill>
                  <a:schemeClr val="bg1"/>
                </a:solidFill>
                <a:latin typeface="Tmes new roman"/>
              </a:rPr>
              <a:t> </a:t>
            </a:r>
            <a:r>
              <a:rPr lang="en-US" b="1" i="1" dirty="0" err="1" smtClean="0">
                <a:solidFill>
                  <a:schemeClr val="bg1"/>
                </a:solidFill>
                <a:latin typeface="Tmes new roman"/>
              </a:rPr>
              <a:t>abdallah</a:t>
            </a:r>
            <a:endParaRPr lang="en-GB" b="1" i="1" dirty="0" smtClean="0">
              <a:solidFill>
                <a:schemeClr val="bg1"/>
              </a:solidFill>
              <a:latin typeface="Tmes new roman"/>
            </a:endParaRPr>
          </a:p>
          <a:p>
            <a:pPr marL="0" indent="0" algn="ctr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4298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42</Words>
  <Application>Microsoft Office PowerPoint</Application>
  <PresentationFormat>Widescreen</PresentationFormat>
  <Paragraphs>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Line follower Robot</dc:title>
  <dc:creator>iTech</dc:creator>
  <cp:lastModifiedBy>iTech</cp:lastModifiedBy>
  <cp:revision>9</cp:revision>
  <dcterms:created xsi:type="dcterms:W3CDTF">2025-12-16T09:11:33Z</dcterms:created>
  <dcterms:modified xsi:type="dcterms:W3CDTF">2025-12-16T11:14:58Z</dcterms:modified>
</cp:coreProperties>
</file>